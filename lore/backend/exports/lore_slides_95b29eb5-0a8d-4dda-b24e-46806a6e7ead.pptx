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LORE: Stellar Demise: From Giants to Black Holes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LORE — Live, Orchestrated, Reactive Encyclopaedia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The Gentle Demise: Red Giants and White Dwarfs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Our Sun, like countless stars across the cosmos, has a gentle, if dramatic, end awaiting it. For billions of years, it burns hydrogen in its core, a stable furnace. But eventually, that fuel runs low. The core contracts, heats up, and ignites a shell of hydrogen around it. This surge of energy forces the star's outer layers to balloon outwards, cooling as they expand into a luminous, sprawling red giant. Then, in a final act of stellar exhaling, these outer envelopes drift away into space, forming breathtaking, iridescent clouds known as planetary nebulae. What remains is a compact, incredibly dense ember – a white dwarf, a relic of a once-vibrant star, no longer fusing, but slowly cooling across the eons.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041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The Path to Cataclysm: Red Supergiants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Imagine a star, once a brilliant blue beacon, now swollen to a titanic red giant, its outer layers billowing into the void. This colossal furnace, a red supergiant, lives fast and dies young. Within its heart, a furious alchemy unfolds in concentric shells. Hydrogen burns to helium, helium to carbon, then oxygen, neon, magnesium, and finally, silicon – each stage burning hotter, faster, and deeper. But this relentless cosmic forge has a limit. When silicon fuses, it creates iron. And iron is a cosmic dead end. It cannot fuse to release energy; instead, it *absorbs* it. With its internal furnace suddenly extinguished, the star's core loses its battle against the crushing grip of gravity. The stage is set for an unimaginable collapse.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041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The Cosmic Firework: Supernova!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Imagine a star so vast, it’s a cosmic titan. But even giants face an end. When its core becomes pure iron, a sudden, catastrophic implosion begins. Gravity, unleashed, crushes the core inward at incredible speeds. But there's a limit. The core, now denser than an atomic nucleus, slams into itself, rebounding with unimaginable force. This is the cosmic bounce. A colossal shockwave rips through the star's outer layers, ejecting them into space in a spectacular, blinding explosion – a supernova. For a fleeting moment, it can outshine an entire galaxy. This cataclysmic event doesn't just destroy; it forges and scatters the universe's heavy elements, the very building blocks of new stars, planets, and even us.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041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The Extreme Remnants: Neutron Stars and Black Holes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When a colossal star detonates in a supernova, its core faces a dramatic choice. If not too massive, the immense pressure crushes atoms, forcing protons and electrons to merge into an impossibly dense sphere of neutrons. This is a neutron star: a city-sized cosmic jewel weighing more than our sun, its degenerate matter resisting further collapse. Some spin furiously, beaming lighthouse-like pulses across the cosmos—pulsars.</a:t>
            </a:r>
          </a:p>
          <a:p/>
          <a:p>
            <a:r>
              <a:t>But if the progenitor was truly gargantuan, gravity wins completely. The core collapses infinitely, tearing a hole in spacetime itself. This is a black hole, an inescapable abyss where a singularity waits, veiled by the event horizon—a cosmic boundary from which nothing, not even light, can ever return.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041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